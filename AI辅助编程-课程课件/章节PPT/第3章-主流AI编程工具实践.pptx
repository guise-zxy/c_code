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97280"/>
            <a:ext cx="5029200" cy="5029200"/>
          </a:xfrm>
          <a:prstGeom prst="ellipse">
            <a:avLst/>
          </a:prstGeom>
          <a:solidFill>
            <a:srgbClr val="119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926080"/>
            <a:ext cx="4114800" cy="41148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CHAPTER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主流AI编程工具实践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Chapter 3 · Hands-on Practice with Major AI Coding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69080"/>
            <a:ext cx="2011680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深度应用 VS Code 与行内补全、对话式审查重构；实战 OpenAI Codex 与 Claude Code 的项目级代码生成与多文件上下文管理；建立工具选型与组合使用的决策框架。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本章导览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本章我们将讨论这些内容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39112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88336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VS Code 深度应用与补全协同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916936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16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66160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基于对话的代码审查与重构工作流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443984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Claude Code / Codex 实战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72583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725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321808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多文件上下文管理与项目级生成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5550408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50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199632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工具选型与组合使用策略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学习目标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学完本章你应当能够……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91440" cy="4389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21408"/>
            <a:ext cx="1371600" cy="43891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掌握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掌握 VS Code、Codex、Claude Code 的核心功能与操作，独立完成配置与基础使用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配置编辑器与AI工具并跑通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用行内补全与对话完成开发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驱动项目级多文件代码生成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91440" cy="4389120"/>
          </a:xfrm>
          <a:prstGeom prst="rect">
            <a:avLst/>
          </a:prstGeom>
          <a:solidFill>
            <a:srgbClr val="0D7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7298" y="2121408"/>
            <a:ext cx="1371600" cy="438912"/>
          </a:xfrm>
          <a:prstGeom prst="roundRect">
            <a:avLst/>
          </a:prstGeom>
          <a:solidFill>
            <a:srgbClr val="0D7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熟悉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不同工具在实际项目中的适用场景，具备工具选型能力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0D776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按任务匹配合适工具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0D776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组合多工具提升效率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3036" y="1828800"/>
            <a:ext cx="91440" cy="4389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7356" y="21214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7356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356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各工具的能力差异与底层逻辑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理解补全/对话/Agent的差异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认识上下文管理的重要性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1FBBA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 Code 深度应用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Deep Dive into VS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VS Code 是当下AI编程的主战场。先把“编辑器 + AI”的协同用顺。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工具基础 · WHY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 VS Code 是AI编程主战场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949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生态最完整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插件丰富，主流AI工具几乎都提供VS Code集成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交互方式多样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行内补全（Inline）、侧边对话（Chat）、内联改写并存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贴近真实工程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可直接在项目里操作文件、终端、调试与版本控制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可扩展可定制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快捷键、配置、工作区设置便于打造个人高效工作流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3886200" cy="4389120"/>
          </a:xfrm>
          <a:prstGeom prst="round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86200" cy="6400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148840"/>
            <a:ext cx="3886200" cy="320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97480"/>
            <a:ext cx="333756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统一使用 VS Code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账号与API在实验一配置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GPU工作站已就绪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遇到问题先看报错再问AI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环境配置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VS Code + AI 环境配置概览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72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安装编辑器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安装 VS Code 与常用扩展（语言支持、Git）。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安装AI扩展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安装 Claude Code / Codex 等扩展或CLI工具。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配置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申请大模型 API Key 并按文档配置，注意妥善保管。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接入验证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运行一次最小示例，确认补全与对话均可用。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个性化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设置快捷键、补全触发与隐私选项，形成顺手的工作流。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详细步骤见实验一指导书；本页帮助你建立整体认知。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INLINE 补全 ·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行内补全的协同使用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接受建议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满意时一键接受灰色预览代码。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部分接受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只接受需要的一段，避免照单全收。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拒绝/重触发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不合适时拒绝，或修改注释/函数名重新触发。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注释驱动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用清晰注释或函数签名引导补全方向。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代码审查 · AI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基于对话的代码审查工作流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选中即问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选中代码片段，让AI解释、找Bug、提改进建议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审查清单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正确性、边界处理、命名风格、性能与安全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让AI当“第一读者”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先用AI过一遍，再由人确认，提升评审效率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注意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AI建议是参考而非定论，最终判断在你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重构工作流 · 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AI辅助代码重构工作流（五步）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72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锁定范围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明确要重构的函数/模块与目标（可读性？性能？解耦？）。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保留基线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确保有测试或可运行基线，便于对比验证。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描述意图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告诉AI重构目标与约束：保持行为不变、不引新依赖。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小步改写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分小步重构，逐步运行测试，避免一次大改难回滚。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对比验证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对比重构前后质量与行为，人工确认后再合入。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对话重构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VS Code 内对话重构示例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选中坏味道代码，用一句清晰的指令驱动AI重构。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vscode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// 选中下列代码后对AI说：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指令：这个函数太长且有重复逻辑，请在不改变外部行为的前提下，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 提取重复部分为辅助函数，使用早返回减少嵌套，并补充注释。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 保持原有的输入输出与异常行为不变。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// AI 给出重构方案后：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// 1) 阅读 diff，确认行为未变；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// 2) 运行测试；3) 满意再接受。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重构的铁律：行为不变 + 有测试兜底 + 人工确认。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1FBBA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与 Claude Code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Hands-on with Codex &amp; 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从“补全片段”升级到“理解整个项目、自主完成多步任务”的智能体式开发。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工具定位 ·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认识两大前沿工具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Anthropic 的命令行/编辑器编码Agent，擅长多文件理解、长任务与命令执行。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OpenAI Codex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OpenAI 的代码生成能力与 Codex CLI，可在终端中分步完成编码任务。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编辑器集成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二者均可与 VS Code 协同，在项目内直接读写文件。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由 Claude / GPT 等模型驱动，决定理解与生成的能力上限。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CLAUDE CODE ·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Claude Code 的核心能力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跨文件理解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能读取并关联项目中的多个文件，理解整体结构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长任务执行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可分解任务、连续多步推进，而非一次性问答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命令与工具调用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可运行命令、创建/修改文件、执行测试并据结果迭代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人在回路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关键改动可由你审查、确认或回滚，安全可控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终端会话 ·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Claude Code 终端会话示例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用自然语言下达任务，Agent 规划并分步执行，你负责审查。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claude code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$ claude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&gt; 为这个 Flask 项目新增一个 /health 健康检查接口，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返回 {status:'ok', time:&lt;当前时间&gt;}，并补一个测试。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Agent 会：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1) 浏览项目结构，定位路由文件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2) 新增接口代码与测试文件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3) 运行测试，若失败自动修正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4) 把改动以 diff 形式呈现给你确认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你下达“做什么”，Agent 负责“怎么做”，但“是否合入”由你决定。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API 流水线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API 调用与自定义代码生成流水线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为什么要自定义流水线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把AI能力嵌入自动化脚本：批量生成、批量审查、批量测试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基本构成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准备提示模板 → 调用模型API → 解析输出 → 校验/落盘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典型应用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为大量函数批量生成文档/测试；统一改造代码风格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注意事项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管理好API Key、调用成本、速率限制与输出校验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API 调用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API 调用示例（概念演示）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通过API把“提示→代码”的过程脚本化，构建可复用流水线。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python ·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伪代码：批量为函数生成单元测试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for func in collect_functions("src/"):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prompt = TEMPLATE.format(code=func.source)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resp = client.generate(prompt)          # 调用大模型API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test = extract_code(resp)                # 解析输出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if run_lint(test):                       # 校验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    save(f"tests/test_{func.name}.py", test)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关键：Key用环境变量、控制成本、对输出做校验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流水线放大效率，但每个环节都要有“校验”兜底。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上下文管理 · PROJECT-LEVEL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多文件上下文管理与项目级生成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真实项目跨多个文件，AI需理解依赖与约定才能正确生成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提供项目级上下文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目录结构、关键模块、命名/编码规范、技术栈与依赖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控制上下文规模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只给相关文件，避免无关信息干扰与Token浪费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迭代推进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按模块分步生成与验证，逐步拼装出完整功能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项目级生成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项目级代码生成工作流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72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把整体需求拆成模块与任务清单，排定优先级。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骨架先行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让AI先生成目录结构与基础框架，确认整体设计。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逐模块生成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按模块提供上下文、逐个生成与验证，及时纠偏。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联调集成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把模块拼装联调，处理接口与数据流问题。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整体验证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跑通端到端流程，补测试，人工审查关键逻辑。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实验三将以“待办事项管理系统”实践这一完整流程。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上下文资产 · BEST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项目上下文文件最佳实践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项目说明文件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在仓库放一份项目说明（技术栈/规范/约定），供AI参考。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规范即上下文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把命名、风格、目录约定写清楚，减少反复纠正。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示例代码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提供一个“范式模块”，让AI模仿其结构与风格。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保持更新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上下文随项目演进同步更新，避免误导AI。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914400"/>
            <a:ext cx="4572000" cy="4572000"/>
          </a:xfrm>
          <a:prstGeom prst="ellipse">
            <a:avLst/>
          </a:prstGeom>
          <a:solidFill>
            <a:srgbClr val="10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最好的工具，是你最了解其能力边界、用得最顺手的那一个。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— 工具选型的朴素真理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1FBBA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工具选型与组合使用策略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Tool Selection &amp; Combination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没有“最好的工具”，只有“最合适的组合”。如何根据场景做决策？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定位差异 ·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补全型 vs 智能体型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72887" cy="7315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5272887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补全 / 对话型（如 Copilot）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强在行内补全与即时建议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写代码时“随手”加速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上下文以当前文件为主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学习曲线平缓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适合日常编码提速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5887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5887" y="1828800"/>
            <a:ext cx="5272887" cy="7315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5887" y="2194560"/>
            <a:ext cx="5272887" cy="3657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智能体型（如 Claude Code/Codex）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强在跨文件与多步任务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可自主执行与自我修正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项目级上下文理解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适合复杂任务与自动化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需更清晰的任务定义</a:t>
            </a:r>
          </a:p>
        </p:txBody>
      </p:sp>
      <p:sp>
        <p:nvSpPr>
          <p:cNvPr id="14" name="Oval 13"/>
          <p:cNvSpPr/>
          <p:nvPr/>
        </p:nvSpPr>
        <p:spPr>
          <a:xfrm>
            <a:off x="5803239" y="3730752"/>
            <a:ext cx="585216" cy="585216"/>
          </a:xfrm>
          <a:prstGeom prst="ellipse">
            <a:avLst/>
          </a:prstGeom>
          <a:solidFill>
            <a:srgbClr val="0D7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3239" y="373075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选型框架 ·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工具选型决策框架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72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任务粒度？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随手补全 → 补全型；整模块/多文件 → 智能体型。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上下文需求？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需理解整个项目 → 选上下文能力强的工具。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是否要自动化？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批量/可重复任务 → 用API或CLI构建流水线。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可控与安全？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关键代码选便于审查、可回滚的工作方式。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成本与合规？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结合订阅成本、数据合规与团队规范综合决定。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场景组合 · COMBOS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典型场景的工具组合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补全 + 对话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行内补全提速，遇到难点开侧边对话求助。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新建项目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Agent + 补全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用Claude Code搭骨架与多文件，补全打磨细节。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重构旧码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对话 +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对话定位坏味道，Agent执行跨文件重构。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批量任务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API 流水线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脚本化批量生成文档/测试，统一改造风格。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协同实践 ·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多工具协同提升效率的实践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分工而非互斥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不同工具各擅其长，按阶段切换而非二选一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以项目为中心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无论用哪种工具，始终围绕项目上下文与目标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统一审查标准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不管谁生成的代码，都走同一套人工审查与测试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沉淀工作流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把顺手的“组合拳”固化为个人/团队的标准流程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注意事项 · CAUTION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安全、成本与合规注意事项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密钥安全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API Key 用环境变量管理，切勿提交到仓库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数据合规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敏感/机密代码与数据，遵守企业政策，谨慎上传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成本意识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关注Token消耗与调用频率，避免无谓浪费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版权风险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留意生成代码的来源与许可证（第六章详述）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排错指南 ·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常见问题与排错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补全不触发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检查扩展是否启用、网络/Key是否正常、文件类型是否支持。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生成质量差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上下文不足或提示模糊——补足信息、拆解任务。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跨文件失效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未提供项目上下文或文件过多——精选相关文件。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Key/额度报错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核对Key配置、额度与速率限制，按文档排查。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本章小结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本章小结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20824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2082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VS Code 是AI编程主战场：补全、对话、内联改写协同使用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9864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代码审查与重构应“AI先过、人确认”，并以测试兜底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776472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Claude Code / Codex 提供跨文件、多步、可执行的智能体式开发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654296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5429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项目级生成依赖良好的上下文管理与逐模块迭代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532120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5321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工具无优劣，按任务粒度、上下文、自动化、安全与成本选型组合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课堂思考 ·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思考与讨论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行内补全与智能体式开发，分别适合你的哪些日常任务？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项目级生成中，哪些“上下文”最值得提前准备？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你会如何设计一套“不论谁生成都要走”的审查标准？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把哪些重复任务做成API流水线，收益最大？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实验三将让你在真实小项目中综合运用这些工具。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1280160"/>
            <a:ext cx="4572000" cy="4572000"/>
          </a:xfrm>
          <a:prstGeom prst="ellipse">
            <a:avLst/>
          </a:prstGeom>
          <a:solidFill>
            <a:srgbClr val="10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291840"/>
            <a:ext cx="4572000" cy="45720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让工具各司其职，你来掌舵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3383280"/>
            <a:ext cx="182880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理解了工具能力与选型，下一步用一个完整小项目把它们串起来。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9601200" cy="82296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91440" cy="8229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ACDC0"/>
                </a:solidFill>
                <a:latin typeface="Microsoft YaHei"/>
                <a:ea typeface="Microsoft YaHei"/>
                <a:cs typeface="Microsoft YaHei"/>
              </a:rPr>
              <a:t>➜  衔接实验：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实验三 · AI辅助全栈小项目开发（6学时）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