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5029200" cy="5029200"/>
          </a:xfrm>
          <a:prstGeom prst="ellipse">
            <a:avLst/>
          </a:prstGeom>
          <a:solidFill>
            <a:srgbClr val="D0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926080"/>
            <a:ext cx="4114800" cy="41148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CHAPTER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AI辅助代码生成与重构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Chapter 4 · AI-Assisted Code Generation and Refactoring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69080"/>
            <a:ext cx="201168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掌握函数级、模块级与架构级的代码生成策略与质量验证方法；学会用AI识别代码坏味道、把握重构时机，并借助自动化测试生成提升覆盖率与可维护性。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本章导览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本章我们将讨论这些内容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88336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代码生成的三个层级与策略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66160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生成代码的质量评估与验证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43984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代码坏味道识别与重构时机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72583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321808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AI驱动的重构工作流与局限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99632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自动化测试生成与覆盖率提升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学习目标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学完本章你应当能够……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91440" cy="4389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1371600" cy="43891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AI辅助代码生成的完整工作流，能对生成代码评估、调试与优化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按层级组织生成策略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系统验证生成代码质量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用AI生成并完善测试用例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91440" cy="4389120"/>
          </a:xfrm>
          <a:prstGeom prst="rect">
            <a:avLst/>
          </a:prstGeom>
          <a:solidFill>
            <a:srgbClr val="9F6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7298" y="2121408"/>
            <a:ext cx="1371600" cy="438912"/>
          </a:xfrm>
          <a:prstGeom prst="roundRect">
            <a:avLst/>
          </a:prstGeom>
          <a:solidFill>
            <a:srgbClr val="9F6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AI驱动代码重构的基本原理与操作流程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9F660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识别常见代码坏味道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9F660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在保功能前提下安全重构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036" y="1828800"/>
            <a:ext cx="91440" cy="4389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7356" y="21214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自动化测试质量评估方法与二次审查习惯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分析测试覆盖率与质量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养成审查AI产出的职业习惯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47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F5A2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代码生成最佳实践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Best Practices for Code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生成不是“一句话出系统”，而是分层级、可验证、可迭代的工程过程。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分层视角 · THREE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代码生成的三个层级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函数级（Function）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单个函数/方法：输入输出清晰，最易生成与验证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模块级（Module）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一组协作的函数/类：需统一接口、风格与职责划分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架构级（Architecture）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系统结构与模块关系：AI辅助方案设计，人主导决策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原则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层级越高，越要由人把控；AI更适合落地具体实现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886200" cy="4389120"/>
          </a:xfrm>
          <a:prstGeom prst="round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862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48840"/>
            <a:ext cx="3886200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33756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函数级：让AI写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模块级：让AI拼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架构级：让AI建议，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由你拍板。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生成策略 ·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不同层级的生成策略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函数级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给清晰签名+约束+边界，一次生成一个函数并立即测试。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模块级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先定接口与职责，再逐个生成实现，注意风格统一。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架构级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让AI给多个方案与权衡，人评估后再细化为模块任务。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生成后处理接口对齐、数据流与依赖，联调验证。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生成工作流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高质量代码生成工作流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F9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写清规格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输入输出、约束、边界、成功标准——规格越清晰越好。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分步生成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按层级与模块拆分，一次聚焦一个可验证的小目标。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即时验证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每段生成后立刻阅读+运行+测试，不积压问题。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精准迭代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针对缺陷给具体反馈与反例，逐版逼近正确。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整合审查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拼装后整体审查关键逻辑、安全与性能，人工把关。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模块级生成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模块级生成提示示例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先定接口与约束，让AI在统一规范下逐个实现。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module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上下文：实现一个简易购物车模块（Python，无第三方依赖）。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接口约定：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add(item_id, qty) / remove(item_id) / total() -&gt; Decimal / clear()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约束：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qty 必须为正整数，否则抛 ValueError；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商品价格通过传入的 price_of(item_id) 获取；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total 用 Decimal，避免浮点误差。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任务：先给出类的骨架与方法签名，确认后我们再逐个实现。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“先骨架后实现”能让模块结构清晰、风格统一、便于验证。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质量评估 ·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生成代码的质量评估维度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正确性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是否满足需求、通过测试、正确处理边界与异常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健壮性与安全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异常处理是否完备，是否存在注入/越界/资源泄漏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可读性与风格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命名、结构、注释是否清晰，是否符合规范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性能与简洁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复杂度是否合理，有无明显冗余与过度设计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验证方法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验证生成代码的四个动作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188970"/>
          </a:xfrm>
          <a:prstGeom prst="rect">
            <a:avLst/>
          </a:prstGeom>
          <a:solidFill>
            <a:srgbClr val="F9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读（Read）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逐行读懂，理解每段逻辑——读不懂的代码不要合入。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89179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9179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4607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跑（Run）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39262"/>
            <a:ext cx="10424160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在真实/样例数据上运行，观察实际行为。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95478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547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0906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测（Test）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02252"/>
            <a:ext cx="10424160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用单元测试与边界用例验证，而非“看起来对”。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01777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01777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7205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审（Audit）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65242"/>
            <a:ext cx="10424160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审查安全、依赖与许可证，确认无隐患后合入。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“看起来对” ≠ “是对的”。验证是AI协作不可省略的一步。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验收清单 ·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生成代码验收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需求点是否全部覆盖？边界与异常是否处理？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是否有可运行的测试？关键路径是否覆盖？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有无硬编码密钥、注入风险、危险默认值？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可维护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命名/结构/注释是否清晰？是否便于他人接手？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风险对比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直接采纳 vs 验证后采纳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直接采纳（高风险）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把幻觉与漏洞带进项目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出错后难定位、难追责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技术债悄悄累积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丧失对代码的理解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看似快，实则返工多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验证后采纳（推荐）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读懂+运行+测试再合入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问题在合入前被拦截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保持对代码的掌控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质量与可维护性更稳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稍慢一步，长期更快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9F6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清醒认识 · 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 ≠ 完成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3515258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秒级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生成速度极快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几秒产出大量候选代码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8218" y="2377440"/>
            <a:ext cx="3515258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必验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验证不可省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读·跑·测·审一个都不能少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3516" y="2377440"/>
            <a:ext cx="3515258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人责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责任仍在人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合入与后果由开发者承担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AI把“写”变快了，但“对不对、安不安全”仍需你来确认。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572000" cy="4572000"/>
          </a:xfrm>
          <a:prstGeom prst="ellipse">
            <a:avLst/>
          </a:prstGeom>
          <a:solidFill>
            <a:srgbClr val="C47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能在几秒内写出你需要花几小时调试的代码——所以请把省下的时间用来验证。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— 关于生成代码的清醒认识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47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F5A2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AI驱动的代码重构与测试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AI-Driven Refactoring &amp;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重构是“在不改变行为的前提下改善结构”。测试，是重构与生成的安全网。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重构基础 · CODE SMELL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什么是代码坏味道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代码坏味道（Code Smell）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代码中暗示设计或实现问题、值得改进的征兆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它不是Bug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功能可能正常，但可读性、可维护性差，埋下隐患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为什么要重视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及早识别与重构，避免技术债滚雪球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AI能帮什么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快速扫描、指出坏味道、提出重构建议（仍需人确认）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坏味道图鉴 · SMELLS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常见的代码坏味道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过长函数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一个函数做太多事、行数过长，难理解难测试。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重复代码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相同/相似逻辑多处复制，改一处要改多处。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魔法数字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散落的字面量缺乏含义，应提取为命名常量。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过大的类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职责过多、字段方法臃肿，违反单一职责。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重构对比 · BEFORE/AFTER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重构前后对比示例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用早返回与常量提取，让逻辑更清晰、更易维护。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python · refactor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Before：嵌套深、魔法数字、含义不清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def fee(t):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if t &gt; 0: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   if t &lt; 100: return t * 0.05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   else: return t * 0.03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return 0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After：早返回 + 命名常量（行为不变）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SMALL, SMALL_RATE, BIG_RATE = 100, 0.05, 0.03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def fee(amount):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if amount &lt;= 0: return 0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return amount * (SMALL_RATE if amount &lt; SMALL else BIG_RATE)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重构目标是“更清晰”，而非“更聪明”——可读性优先。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重构工作流 · 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AI辅助重构工作流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F9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先有测试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重构前确保有测试或可运行基线，锁定当前行为。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指出味道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让AI扫描并列出坏味道与重构建议，按优先级排序。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明确意图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告诉AI重构目标与约束：保持行为不变、不引新依赖。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小步执行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一次重构一个问题，每步运行测试确认无回归。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对比前后质量指标与行为，人工确认后合入。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重构原则 ·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重构的时机与原则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好的时机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加新功能前、修Bug时、代码评审中发现味道时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基本原则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小步前进：每次只改一点，随时可回滚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保持行为：重构不改变对外可观察的行为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测试护航：没有测试，先补测试再重构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局限认知 ·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AI重构的局限与验证必要性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AI可能“好心办坏事”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误改边界行为、引入细微Bug、改变隐含契约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AI看不到的东西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运行时上下文、隐性业务规则、外部依赖的真实行为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因此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重构结果必须人工审查 + 测试验证，不可盲信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记录对比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对比重构前后的质量指标，理解AI重构的边界（实验四）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测试生成 · TEST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自动化测试用例生成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为什么让AI写测试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快速覆盖常见路径，降低编写测试的门槛与成本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给函数代码与说明，让AI生成单元测试与典型用例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关键提醒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AI生成的测试可能只覆盖“顺路”，需人工补边界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测试是安全网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有了测试，生成与重构才敢大胆推进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测试类型 · TEST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测试用例的四种类型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正常用例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典型输入下验证主流程的正确输出。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边界用例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空、零、极大极小、临界值等边界情形。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异常用例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非法输入、异常路径是否被正确处理。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回归用例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已修复的Bug是否会再次出现。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测试生成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用AI生成单元测试示例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为已实现的函数生成测试，再人工补齐边界与异常。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pytest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任务：为下面的函数生成 pytest 单元测试。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要求：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1) 覆盖正常、边界（n=0, n=1, 负数）与异常输入；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2) 每个用例配简短中文说明；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3) 使用参数化（pytest.mark.parametrize）减少重复。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def factorial(n: int) -&gt; int: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if n &lt; 0: raise ValueError("n must be &gt;= 0")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return 1 if n &lt; 2 else n * factorial(n - 1)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生成后：运行测试 + 检查是否漏掉边界，再手动补充。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把覆盖要求写进提示，能显著提升AI生成测试的质量。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测试工作流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测试生成 + 手动补边界 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F9C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生成基础测试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让AI为核心函数生成单元测试用例。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运行查看覆盖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运行测试套件，查看覆盖率与遗漏路径。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补充边界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针对未覆盖的边界与异常，手动补充用例。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修复并回归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修复暴露的问题后重跑，确保全部通过。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沉淀习惯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把“生成即写测试”固化为日常开发节奏。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这正是实验四的核心：生成测试 → 分析覆盖 → 补边界 → 跑套件。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职业素养 · SECOND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二次审查：AI时代的职业习惯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不做“复制粘贴工”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理解每一行再合入，保持对代码的掌控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对生成的测试也要审查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测试本身可能写错或覆盖不足，需人工评估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建立质量意识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功能、安全、可维护——多维度衡量而非“能跑就行”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责任在人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代码合入后由人负责，AI只是协作者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最佳实践 · BEST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重构与测试的最佳实践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测试先行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重构与生成前先有测试，锁定行为、敢于改动。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小步迭代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每次只改/只生成一小步，随时可验证、可回滚。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读懂再合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看不懂的代码不合入；理解是质量的前提。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覆盖边界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主动补充AI易遗漏的边界与异常用例。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本章小结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本章小结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20824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208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代码生成分函数、模块、架构三层级：层级越高越由人主导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生成代码必须经“读·跑·测·审”验证后再采纳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76472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代码坏味道是改进征兆；重构要保行为、小步走、有测试护航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654296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AI重构有局限，结果须人工审查与测试验证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532120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自动化测试是安全网：AI生成基础用例，人补边界与异常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课堂思考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为什么说“看起来对”不等于“是对的”？如何验证？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哪些坏味道最适合交给AI识别与重构？哪些要人主导？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AI生成的测试常遗漏哪类用例？你会如何补齐？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如何度量“重构前后”代码质量的变化？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实验四将让你亲手体验重构与测试生成的完整闭环。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572000" cy="4572000"/>
          </a:xfrm>
          <a:prstGeom prst="ellipse">
            <a:avLst/>
          </a:prstGeom>
          <a:solidFill>
            <a:srgbClr val="C47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生成要会验，重构要兜底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383280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掌握了生成、重构与测试，下一步用实验把“质量意识”练成本能。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601200" cy="82296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BB54"/>
                </a:solidFill>
                <a:latin typeface="Microsoft YaHei"/>
                <a:ea typeface="Microsoft YaHei"/>
                <a:cs typeface="Microsoft YaHei"/>
              </a:rPr>
              <a:t>➜  衔接实验：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实验四 · AI辅助代码重构与测试生成（6学时）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