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97280"/>
            <a:ext cx="5029200" cy="5029200"/>
          </a:xfrm>
          <a:prstGeom prst="ellipse">
            <a:avLst/>
          </a:prstGeom>
          <a:solidFill>
            <a:srgbClr val="C8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926080"/>
            <a:ext cx="4114800" cy="41148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CHAPTER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AI辅助调试与软件工程协作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Chapter 5 · AI-Assisted Debugging &amp; Software Engineering Collaboration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69080"/>
            <a:ext cx="2011680" cy="4114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掌握AI辅助的错误定位与根因分析方法，结合 Claude Code 进行交互式调试；理解AI在需求、设计、审查、集成、文档等软件工程全生命周期中的应用与协作规范。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本章导览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本章我们将讨论这些内容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39112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88336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智能调试方法与错误定位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916936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16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66160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根因分析与交互式调试实践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443984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AI在软件工程全生命周期的应用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72583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725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321808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代码审查、CI/CD 与文档生成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5550408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50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199632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把AI融入团队协作与责任边界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学习目标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学完本章你应当能够……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91440" cy="43891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21408"/>
            <a:ext cx="1371600" cy="438912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掌握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AI辅助调试的核心方法，能用AI工具快速定位并修复程序错误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把报错有效地交给AI分析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用交互式调试逐步逼近根因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验证修复并防止回归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91440" cy="4389120"/>
          </a:xfrm>
          <a:prstGeom prst="rect">
            <a:avLst/>
          </a:prstGeom>
          <a:solidFill>
            <a:srgbClr val="99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7298" y="2121408"/>
            <a:ext cx="1371600" cy="438912"/>
          </a:xfrm>
          <a:prstGeom prst="roundRect">
            <a:avLst/>
          </a:prstGeom>
          <a:solidFill>
            <a:srgbClr val="99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熟悉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AI在软件工程不同阶段的应用场景，能将AI融入完整开发流程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992E63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在需求/设计/审查中借助AI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992E63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用AI生成文档与集成CI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3036" y="1828800"/>
            <a:ext cx="91440" cy="4389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7356" y="21214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7356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356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人机协作中的责任边界与团队规范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明确AI建议与人决策的边界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建立团队AI使用规范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BC3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EC519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智能调试方法与工具链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Intelligent Debugging Methods &amp; Toolchain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调试是开发中最耗时的环节之一。AI如何帮你更快定位与理解错误？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错误分类 · ERROR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程序错误的四种类型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语法错误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代码不符合语言语法，编译/解释阶段即报错，最易定位。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运行时错误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运行中抛出异常，如空指针、越界、类型错误。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逻辑错误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能运行但结果不对，最隐蔽，需靠测试与推理发现。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集成/环境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依赖版本、配置、外部服务等环境因素导致的问题。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调试范式 ·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传统调试 vs AI辅助调试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72887" cy="7315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5272887" cy="3657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靠经验猜测错误位置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逐行打印/断点排查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查文档与搜索报错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理解陌生报错耗时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定位慢、易走弯路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5887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5887" y="1828800"/>
            <a:ext cx="5272887" cy="73152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5887" y="2194560"/>
            <a:ext cx="5272887" cy="3657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AI辅助调试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把报错与上下文交给AI解读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AI给出可能原因与排查方向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快速解释陌生错误信息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生成修复建议供验证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定位快，但需人确认</a:t>
            </a:r>
          </a:p>
        </p:txBody>
      </p:sp>
      <p:sp>
        <p:nvSpPr>
          <p:cNvPr id="14" name="Oval 13"/>
          <p:cNvSpPr/>
          <p:nvPr/>
        </p:nvSpPr>
        <p:spPr>
          <a:xfrm>
            <a:off x="5803239" y="3730752"/>
            <a:ext cx="585216" cy="585216"/>
          </a:xfrm>
          <a:prstGeom prst="ellipse">
            <a:avLst/>
          </a:prstGeom>
          <a:solidFill>
            <a:srgbClr val="99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3239" y="373075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错误定位 ·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AI辅助错误定位流程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F39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收集信息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完整报错栈、复现步骤、相关代码与环境信息。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交给AI解读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让AI解释报错含义并列出可能原因。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缩小范围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按AI建议与自身判断，定位到最可疑的代码段。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验证假设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通过日志/断点/最小复现验证某个原因是否成立。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修复回归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修复后重跑测试，确认问题解决且无新回归。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AI擅长“解释与给方向”，但“确认根因”仍要靠你验证。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根因分析 · 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根因分析的四种方法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读栈定位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顺着调用栈从报错点回溯到真正出错的源头。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最小复现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剥离无关因素，构造最小可复现示例，隔离问题。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二分排查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注释/二分代码或提交历史，快速缩小问题范围。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假设验证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提出可能原因→设计验证→证实或排除，逐一推进。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报错求助 ·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把报错交给AI的提示示例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提供完整上下文，AI才能给出有针对性的排查方向。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debug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我在运行时遇到如下报错，请帮我分析可能原因并给出排查步骤：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【报错信息】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Traceback (most recent call last):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File "app.py", line 42, in get_user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return users[uid].name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KeyError: 1007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【相关代码】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（贴出 get_user 及 users 的构造代码）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【已尝试】我确认 uid=1007 是从请求参数转来的。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请：1) 解释错误；2) 列出可能原因；3) 给出修复与预防建议。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报错栈 + 相关代码 + 已尝试 = 高质量的调试提示。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交互式调试 · INTERACTIVE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结合 Claude Code 的交互式调试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让Agent参与排查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Claude Code 可读取代码、运行命令、查看实际输出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多轮逼近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观察现象→提假设→加日志/改代码→看结果→再迭代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人主导决策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你判断方向是否对、是否接受改动，避免AI越改越乱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适用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陌生代码库、复杂依赖、难以一眼定位的Bug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交互式调试 ·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交互式调试会话示例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Agent 边查边改，你在关键处把关方向。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claude code · debug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&gt; 这个测试 test_order_total 偶发失败，帮我找出原因。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Agent：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1) 运行该测试若干次，复现偶发失败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2) 阅读 order_total 实现，怀疑浮点累加误差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3) 加入临时日志，确认误差来源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4) 建议改用 Decimal，并修改实现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5) 重跑测试 20 次，全部通过 → 给出 diff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你：审查 diff，确认行为合理后接受。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交互式调试 = AI快速试错 + 人把控方向与验收。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避坑指南 ·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调试中的常见误区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盲改一通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按AI建议乱改而不验证，掩盖问题甚至引入新Bug。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只看表象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修了报错却没找到根因，问题换个形式再现。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只贴一行报错，AI只能泛泛而谈。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不写回归测试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修完不补测试，同样的Bug日后卷土重来。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914400"/>
            <a:ext cx="4572000" cy="4572000"/>
          </a:xfrm>
          <a:prstGeom prst="ellipse">
            <a:avLst/>
          </a:prstGeom>
          <a:solidFill>
            <a:srgbClr val="BC3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调试的本质是缩小不确定性。AI是强大的“假设生成器”，而验证假设仍是你的工作。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— 关于AI辅助调试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BC3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EC519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AI在软件工程全生命周期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AI Across the Software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AI不只写代码：从需求、设计到审查、集成与文档，它能融入每个阶段。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SDLC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软件开发全生命周期概览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澄清需求、整理用户故事、发现遗漏与歧义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方案对比、接口与数据结构设计、画出结构草图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开发与审查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生成实现、代码审查、发现潜在问题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集成与交付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持续集成、自动化测试、文档生成与维护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需求阶段 ·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需求分析阶段的AI辅助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澄清需求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把模糊描述追问成清晰、可验证的需求点。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用户故事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生成用户故事与验收标准草稿，供团队评审。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发现遗漏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提示边界场景、异常流程与易忽略的约束。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拆解任务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把需求拆成可执行的开发任务清单。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设计阶段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系统设计阶段的AI辅助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方案对比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给出多种设计方案及其优缺点与权衡。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接口设计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设计API、数据模型与模块职责划分草案。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结构表达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用文字/图描述系统结构与数据流，便于沟通。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风险预判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指出潜在性能、扩展性与安全风险点。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文档草稿 ·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用AI生成需求/设计文档示例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让AI产出结构化草稿，人再补充业务判断与取舍。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design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角色：你是一名资深系统分析师。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背景：我们要做一个“课程学习追踪系统”，记录学生学习进度与提醒。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任务：请输出一份需求与设计初稿，包含：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1) 核心用户故事（含验收标准）；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2) 主要功能模块与职责；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3) 数据模型草案（实体与关键字段）；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4) 至少2个需进一步确认的开放问题。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格式：用清晰小标题分节。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AI给“初稿”，人做“定稿”——业务取舍与责任始终在人。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代码审查 · AI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代码审查的AI集成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AI作为第一道审查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先让AI检查正确性、风格、安全与边界问题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人做最终评审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AI标注疑点，人结合业务上下文判断与决策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审查要点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逻辑正确、异常处理、命名风格、安全与性能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好处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提升评审效率与一致性，减少低级问题漏网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CI/CD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AI辅助的持续集成流程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F39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提交触发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代码提交触发自动化流水线。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自动检查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运行Lint、类型检查与单元测试（含AI生成测试）。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AI辅助审查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对改动做自动化审查，标注潜在问题。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构建与部署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通过后自动构建，按策略部署到目标环境。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结果回传，失败即定位，快速修复再循环。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文档生成 · DOCS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AI辅助的文档生成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根据代码与结构生成项目说明与使用指南。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接口文档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由函数签名与注释生成API文档草稿。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代码注释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为复杂逻辑补充清晰、准确的中文注释。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变更记录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归纳提交历史，生成版本变更说明草稿。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协作规范 · TEAM NORMS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团队协作中的AI使用规范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统一提示与上下文资产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沉淀团队提示模板与项目上下文文件，减少重复与偏差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统一审查标准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无论谁/用什么工具生成，都走同一套审查与测试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明确数据与合规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规定哪些代码/数据可上传，遵守安全与隐私要求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记录AI使用日志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关键决策与AI使用留痕，便于追溯与复盘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融入流程 ·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把AI融入完整开发流程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F39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AI澄清与拆解，人确认范围与优先级。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AI给方案与接口草案，人决策架构。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AI生成代码，人验证、审查、合入。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AI生成测试，人补边界，CI自动跑。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AI生成文档，人定稿，持续维护与复盘。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AI贯穿全流程，但每个阶段的“决策与责任”都属于人。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协作收益 · 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把AI融入流程的协作收益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3515258" cy="9144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更快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缩短反馈环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解释、生成、审查即时完成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8218" y="2377440"/>
            <a:ext cx="3515258" cy="9144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更稳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减少低级失误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AI先过一遍，漏网更少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3516" y="2377440"/>
            <a:ext cx="3515258" cy="9144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更专注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人聚焦高价值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把精力放在判断与设计上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收益的前提是“规范使用 + 人工把关”，否则可能适得其反。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责任边界 ·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人机协作的责任边界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AI是协作者，不是责任主体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代码合入、上线与后果由人/团队承担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决策权在人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架构、取舍、安全与合规的最终判断由人做出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保持理解与掌控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不依赖到“看不懂自己项目”的程度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关键改动留痕，问题可复盘、可追责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最佳实践 · BEST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全生命周期协作最佳实践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上下文先行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在仓库维护项目说明与规范，让AI在各阶段都有据可依。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小步可验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每个阶段都产出可验证的小成果，及时纠偏。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人审关键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对架构、安全与核心逻辑保持人工审查与决策。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沉淀复盘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记录AI使用与决策，定期复盘并改进协作流程。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风险防范 ·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常见风险与防范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过度依赖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逐渐看不懂自己的项目——保持理解、定期手写关键逻辑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幻觉与误导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AI自信地给出错误方案——以测试与验证为准绳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数据与合规风险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敏感信息外泄——明确可上传范围，遵守团队政策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责任真空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出问题“甩锅给AI”——明确人是责任主体，决策留痕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风险可控的前提，是“规范 + 验证 + 人始终在回路”。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本章小结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本章小结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20824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2082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AI辅助调试：提供完整上下文，让AI解释报错并给排查方向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9864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根因分析靠读栈、最小复现、二分与假设验证，AI加速但人确认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776472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交互式调试 = AI快速试错 + 人把控方向与验收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654296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5429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AI可融入需求、设计、审查、CI与文档等全生命周期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532120"/>
            <a:ext cx="493776" cy="493776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5321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团队需统一规范与审查标准，责任与决策始终在人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课堂思考 ·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思考与讨论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一次有效的“报错求助”提示，应该包含哪些信息？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交互式调试中，哪些环节绝不能完全交给AI？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你的团队最该先建立哪一条“AI使用规范”？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AI参与越多，如何保证“人仍然理解并掌控项目”？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带着这些思考进入综合项目（实验五），把协作规范落到实处。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1280160"/>
            <a:ext cx="4572000" cy="4572000"/>
          </a:xfrm>
          <a:prstGeom prst="ellipse">
            <a:avLst/>
          </a:prstGeom>
          <a:solidFill>
            <a:srgbClr val="BC3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291840"/>
            <a:ext cx="4572000" cy="45720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AI融入全流程，人始终掌舵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3383280"/>
            <a:ext cx="182880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调试与协作的方法已就位，下一步用一个综合项目检验你的综合能力。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9601200" cy="82296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91440" cy="8229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17EB7"/>
                </a:solidFill>
                <a:latin typeface="Microsoft YaHei"/>
                <a:ea typeface="Microsoft YaHei"/>
                <a:cs typeface="Microsoft YaHei"/>
              </a:rPr>
              <a:t>➜  衔接实验：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实验五 · 综合项目设计、实现与展示（6学时）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