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764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CHAPTER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AI编程伦理、安全与未来展望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6 · Ethics, Security &amp; Future Prospects of AI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认识AI生成代码的版权与知识产权问题，识别并规避安全漏洞与AI幻觉；展望从辅助工具到自主Agent的范式转变，规划AI时代开发者的技能转型与职业发展路径。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AI编程的伦理与法律议题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版权归属与知识产权保护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安全漏洞、AI幻觉与规避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从辅助工具到自主Agent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开发者技能转型与职业发展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形成负责任的AI使用意识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认识版权与知识产权边界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识别安全风险并主动规避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理解AI幻觉及其危害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5A3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5A3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AI编程技术的未来发展方向，建立前瞻性认知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5A3B9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把握从工具到Agent的趋势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5A3B9F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规划个人技能转型路径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AI时代开发者的职业发展策略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明确需持续培养的核心能力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制定持续学习计划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9064F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AI编程的伦理与法律议题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Ethics &amp; Legal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强大的能力伴随责任。用AI写代码，必须直面版权、安全与可靠性问题。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引入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为什么必须谈伦理与安全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能力越强，责任越大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AI能快速产出大量代码，风险也随之放大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代码会真正运行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不安全或不合规的代码会带来现实损失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法律与合规是底线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版权、隐私、数据合规不是“可选项”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职业素养的体现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负责任地使用AI，是工程师的基本职业操守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三个关键词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版权 Copyright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安全 Security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可靠 Reliability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——缺一不可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知识产权 ·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版权与知识产权的关键问题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训练来源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模型从大量公开代码学习，输出可能与既有代码相似。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归属争议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AI生成代码的版权归属在法律上仍存争议与演进中。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许可证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引入的依赖与片段可能附带开源许可证义务。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署名与合规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商用场景需关注署名、再分发与公司政策。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版权归属 · COPYRIGHT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AI生成代码的版权归属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现状：法律仍在演进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不同司法辖区对“AI生成内容”的版权认定不一致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可能的风险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生成片段与受版权保护代码高度相似，带来侵权风险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务实做法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重要/商用代码避免照单全收，做改写与人工审查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遵守政策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以所在企业/平台的使用条款与合规要求为准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许可证 ·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开源许可证的合规风险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Copyleft 传染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GPL 等许可证可能要求衍生作品同样开源。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许可证冲突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不同许可证混用可能产生不兼容问题。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署名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署名义务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MIT/BSD 等要求保留版权与许可证声明。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依赖审查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引入依赖前确认许可证是否符合项目与商用要求。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数据安全 ·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数据隐私与保密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不要泄露敏感信息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密钥、密码、个人信息、商业机密不应贴给在线模型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注意数据出境与合规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了解数据将被如何处理与存储，遵守相关法规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分清环境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个人学习与企业生产环境的合规要求不同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最小化原则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只提供完成任务所必需的信息，能脱敏则脱敏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安全风险 ·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代码安全漏洞风险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AI不天然安全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生成代码可能含有安全缺陷，甚至看起来“很正常”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常见来源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沿用了不安全的模式、过时用法或危险默认值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后果严重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注入、越权、信息泄露等可造成现实损失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安全审查 + 安全测试 + 安全约束写进提示词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安全清单 ·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常见的安全风险点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注入漏洞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SQL/命令拼接未参数化，导致注入攻击。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密钥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硬编码密钥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把密码/Token写死在代码里，极易泄露。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脆弱依赖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引入存在已知漏洞或过时的第三方库。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不安全默认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关闭校验、放开权限等危险默认配置。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AI幻觉 ·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什么是AI幻觉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模型自信地生成看似合理、实则错误或虚构的内容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在编程中的表现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调用不存在的函数/库/参数；给出错误事实或用法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为什么危险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表述自信、形式正确，容易让人放松警惕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根因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模型是“概率生成”，并非“查证事实”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规避幻觉 ·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识别与规避幻觉的方法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查证事实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对API/库/参数等关键事实，查官方文档核实。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跑起来验证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实际运行与测试，而非“看起来对就信”。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提供上下文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给真实代码与文档，减少模型“凭空发挥”。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保持怀疑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越自信的回答越要警惕，关键处务必复核。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幻觉示例 ·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一个“看似正确实则错误”的幻觉示例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代码读起来合理，但调用了并不存在的方法——必须验证。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python · 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让AI“用某库把列表去重并保持顺序”，它可能给出：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import itertools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result = itertools.unique_everseen(items)   # ← 该函数并不存在！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事实：unique_everseen 在标准库 itertools 中并不存在，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      它来自 more-itertools 第三方库，或需自行实现。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正确做法之一（标准库即可）：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result = list(dict.fromkeys(items))         # 去重且保持插入顺序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幻觉的典型特征：形式正确、语气自信、事实错误。务必查证与运行。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负责任使用 ·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负责任使用AI的审查流程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B9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读懂生成的每一行，不留“看不懂的黑盒”。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查证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核实关键API、事实与许可证。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运行 + 测试 + 安全检查，确认行为正确安全。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审查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人工审查安全、合规与可维护性。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负责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合入后由人负责，留下决策与变更记录。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这套流程，是贯穿全课程“人在回路”理念的收束。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使用政策 ·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团队与企业的AI使用政策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明确边界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规定哪些工具可用、哪些数据可上传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统一审查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AI生成代码必须经审查与测试方可合入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合规优先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遵守版权、隐私、出口与行业合规要求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培训与留痕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培训团队负责任使用，关键决策留痕可追溯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6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让“写出代码”变得廉价，也让“写出对的、安全的、合规的代码”变得更加珍贵。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— AI时代的工程责任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9064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AI编程的未来发展趋势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Future Trends of AI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从补全到对话，再到自主Agent——软件工程正在经历范式级的转变。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趋势主线 · TO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从辅助工具到自主Agent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辅助阶段（现在的主流）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AI辅助补全、生成、调试，人主导每一步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协作阶段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AI承担更多多步任务，人聚焦目标与验收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自主Agent阶段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Agent自主规划、调用工具、分步完成复杂任务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人的角色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从“写代码”转向“定义目标、设定边界、验收结果”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能力演进 ·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AI编程能力的演进阶梯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B99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行内补全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在你打字时预测下一段代码，提速但被动。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对话生成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用自然语言对话生成与修改代码，更主动。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单Agent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自主读写文件、运行命令、分步完成任务。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多Agent协同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多个Agent分工协作，模拟“团队”推进项目。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人类监督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无论多自主，人始终设定目标并对结果负责。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范式转变 ·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软件工程的范式转变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写代码 → 引导生成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重心从“敲键盘”转向“表达意图与判断”。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记忆 → 检索与评估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少记语法细节，多练判断、设计与验证。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个人 → 人机团队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一人借助AI即可承担过去一个小团队的产出。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一次性 → 持续协作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与AI持续对话、迭代，贯穿项目全程。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未来判断 ·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面向未来的几点判断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515258" cy="914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人机协作常态化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AI成为开发默认“搭档”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8218" y="2377440"/>
            <a:ext cx="3515258" cy="914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自主化程度提升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更多任务可端到端交付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2377440"/>
            <a:ext cx="3515258" cy="914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门槛降、上限升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入门更易，顶尖更稀缺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判断用于建立方向感；技术细节会变，底层能力与责任意识不会过时。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技能转型 ·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开发者的技能转型路径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夯实基础不可少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越是用AI，越需要扎实的计算机基础来判断对错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强化高价值能力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问题定义、系统设计、代码评估、安全与工程判断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精进人机协作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提示工程、上下文管理、Agent编排成为新基本功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保持学习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工具更迭快，方法论与学习能力比记住某工具更重要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核心能力 ·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未来开发者的核心能力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把模糊需求转化为清晰、可验证的问题与规格。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架构判断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在多方案中做出合理的工程权衡与决策。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质量评估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快速判断代码/方案的正确性、安全与可维护性。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人机协作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高效驱动AI并对结果负责的协作能力。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职业发展 ·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职业发展策略与持续学习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拥抱而非抗拒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主动把AI纳入工作流，成为“会用AI”的开发者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作品与项目优先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用真实项目证明你的综合工程与协作能力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建立T型能力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一专多能：深耕一个方向，广泛理解AI与工程全局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终身学习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关注前沿、动手实践、复盘沉淀，持续进化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课程回顾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课程回顾：我们一起走过的路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第1章 概论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理解AI辅助编程的概念、生态与人机协作范式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第2-3章 提示词与工具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掌握提示工程与VS Code / Claude Code / Codex实战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第4-5章 生成·重构·调试·协作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学会生成与验证、重构与测试、调试与全流程协作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第6章 伦理·安全·未来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形成负责任的使用意识与前瞻性的职业认知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综合项目 ·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综合项目（实验五）要点回顾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立题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自选题目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智能简历助手 / 代码题目生成器 / 学习追踪系统等。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完整产物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需求文档 + 架构图 + 核心功能 + 自动化测试。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AI使用日志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记录各阶段AI的使用与关键决策。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展示反思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10分钟演示 + 个人实践报告与反思。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负责任使用AI：直面版权、许可证、隐私与安全的现实约束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警惕AI幻觉：形式正确不等于事实正确，关键处必须查证与验证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趋势主线：从辅助工具走向自主Agent，人转向定义目标与验收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核心能力：问题定义、架构判断、质量评估与人机协作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工具会变，扎实基础、工程判断与责任意识不会过时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结课寄语 · CLOSING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思考、展望与寄语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AI越强，你打算如何保持并提升不可替代的价值？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把今天学到的方法，迁移到未来不断更新的工具上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寄语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做AI的“掌舵者”而非“乘客”——理解、判断、负责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祝你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在AI时代，既高效，又清醒；既敢用，又会管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6F4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把AI用好，更要用对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六章理论已成体系，最后用一个综合项目，证明你已成为AI时代的开发者。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AD8CF8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实验五 · 综合项目答辩与课程结业（项目展示 + 实践报告）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